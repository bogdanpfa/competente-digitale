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o-RO">
                <a:latin typeface="Calibri"/>
              </a:rPr>
              <a:t>Prezentare: imprimanta comună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o-RO"/>
              <a:t>Biroul casei de bilete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Reguli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600" lang="ro-RO">
                <a:latin typeface="Calibri"/>
              </a:rPr>
              <a:t>Imprimanta e pe hol, lângă sala de ședințe.</a:t>
            </a:r>
          </a:p>
          <a:p>
            <a:r>
              <a:rPr sz="2600" lang="ro-RO">
                <a:latin typeface="Calibri"/>
              </a:rPr>
              <a:t>Dacă se blochează hârtia, nu trage de ea cu forța.</a:t>
            </a:r>
          </a:p>
          <a:p>
            <a:r>
              <a:rPr sz="2600" lang="ro-RO">
                <a:latin typeface="Calibri"/>
              </a:rPr>
              <a:t>Deschide capacul din față și urmează desenul de pe capac.</a:t>
            </a:r>
          </a:p>
          <a:p>
            <a:r>
              <a:rPr sz="2600" lang="ro-RO">
                <a:latin typeface="Calibri"/>
              </a:rPr>
              <a:t>Anunță colegul de la IT pe chat.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Ce tipărim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3200" lang="ro-RO">
                <a:latin typeface="Calibri"/>
              </a:rPr>
              <a:t>Tipăriți doar ce e necesar.</a:t>
            </a:r>
          </a:p>
          <a:p>
            <a:r>
              <a:rPr sz="3200" lang="ro-RO">
                <a:latin typeface="Calibri"/>
              </a:rPr>
              <a:t>Folosiți față-verso.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Toner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 lang="ro-RO">
                <a:latin typeface="Calibri"/>
              </a:rPr>
              <a:t>Când tonerul e pe terminate, apare un mesaj pe ecran.</a:t>
            </a:r>
          </a:p>
          <a:p>
            <a:r>
              <a:rPr sz="2800" lang="ro-RO">
                <a:latin typeface="Calibri"/>
              </a:rPr>
              <a:t>Anunțați IT-ul imediat.</a:t>
            </a:r>
          </a:p>
          <a:p>
            <a:r>
              <a:rPr sz="2800" lang="ro-RO">
                <a:latin typeface="Calibri"/>
              </a:rPr>
              <a:t>Nu scuturați cartușul.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Întrebări?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 lang="ro-RO">
                <a:latin typeface="Calibri"/>
              </a:rPr>
              <a:t>Scrieți-ne imediat pe chat.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Ce am reparat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0000" y="1500000"/>
          <a:ext cx="8250000" cy="4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0000"/>
                <a:gridCol w="2750000"/>
                <a:gridCol w="2750000"/>
              </a:tblGrid>
              <a:tr h="600000">
                <a:tc>
                  <a:txBody>
                    <a:bodyPr/>
                    <a:lstStyle/>
                    <a:p>
                      <a:r>
                        <a:rPr sz="1600" lang="ro-RO"/>
                        <a:t>Diapozitivul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lang="ro-RO"/>
                        <a:t>Problema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lang="ro-RO"/>
                        <a:t>Cum am reparat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600" lang="ro-RO"/>
                        <a:t>1 și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lang="ro-RO"/>
                        <a:t>Greșeli de tastare (Prezentrae, imediiat)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lang="ro-RO"/>
                        <a:t>Prezentare, imediat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600" lang="ro-RO"/>
                        <a:t>toate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lang="ro-RO"/>
                        <a:t>Lipsesc diacriticele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lang="ro-RO"/>
                        <a:t>Am pus ă, â, î, ș, ț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600" lang="ro-RO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lang="ro-RO"/>
                        <a:t>Perete de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lang="ro-RO"/>
                        <a:t>4 idei scurte, cu marcatori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600" lang="ro-RO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lang="ro-RO"/>
                        <a:t>Fără titlu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lang="ro-RO"/>
                        <a:t>Aspect Titlu și conținut + titlu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600" lang="ro-RO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lang="ro-RO"/>
                        <a:t>Roșu pe verde: contrast slab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lang="ro-RO"/>
                        <a:t>Text negru pe fundal alb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600" lang="ro-RO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lang="ro-RO"/>
                        <a:t>Litere de 12 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lang="ro-RO"/>
                        <a:t>28 pt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600" lang="ro-RO"/>
                        <a:t>1, 2, 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lang="ro-RO"/>
                        <a:t>Fonturi amestecate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lang="ro-RO"/>
                        <a:t>Doar Calibri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