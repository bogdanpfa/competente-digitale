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AFIȘ DE REPARAT (ecran din stație). Informația-cheie: trenul R 1832 Iași–Pașcani pleacă din 12 octombrie de pe linia 3, la ora 8:00 (în loc de 7:40, linia 5). Refă diapozitivul: titlu mare cu informația-cheie, 2–3 rânduri de text, contrast bun, o formă sau o pictogramă care arată spre ora nouă.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Indicii: o idee, puțin text, contrast bun. Același font și aceleași culori ca pe celelalte diapozitive.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Indicii: o idee, puțin text, contrast bun. Același font și aceleași culori ca pe celelalte diapozitive.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Indicii: o idee, puțin text, contrast bun. Același font și aceleași culori ca pe celelalte diapozitive.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Indicii: o idee, puțin text, contrast bun. Același font și aceleași culori ca pe celelalte diapozitive.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Indicii: o idee, puțin text, contrast bun. Același font și aceleași culori ca pe celelalte diapozitive.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C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B59A00"/>
                </a:solidFill>
                <a:latin typeface="Calibri"/>
              </a:rPr>
              <a:t>Informare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Ca urmare a lucrărilor de modernizare a liniei, începând cu data de luni, 12 octombrie 2026, se modifică circulația unor trenuri regionale.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Călătorii sunt rugați să urmărească cu atenție informațiile afișate în stație și să acorde atenție anunțurilor făcute la megafon.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Trenul regional R 1832 pe ruta Iași – Pașcani va pleca de pe linia 3, în loc de linia 5, de unde pleca până acum.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Din cauza acestei modificări, ora de plecare se schimbă din 7:40 în 8:00, adică plecarea se va face cu 20 de minute mai târziu.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Biletele cumpărate rămân valabile, fără nicio taxă suplimentară, pentru trenul de la noua oră.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Pentru informații suplimentare vă rugăm să vă adresați ghișeului de informații, deschis zilnic între orele 6:00 și 20:00.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Programul complet al circulației este disponibil la ghișee.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B59A00"/>
                </a:solidFill>
                <a:latin typeface="Calibri"/>
              </a:rPr>
              <a:t>Ne cerem scuze pentru neplăcerile create și vă mulțumim pentru înțelegere.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000000"/>
                </a:solidFill>
                <a:latin typeface="Calibri"/>
              </a:rPr>
              <a:t>[Titlul prezentării: maximum 6 cuvinte]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[Numele tău] · [data]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1">
                <a:solidFill>
                  <a:srgbClr val="7F7F7F"/>
                </a:solidFill>
                <a:latin typeface="Calibri"/>
              </a:rPr>
              <a:t>Diapozitivul 2 · Tema prezentării e pe diapozitivul 8. Șterge textul din paranteze pătrate când îl înlocuiești.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Regula 1: [titlu de maximum 6 cuvinte]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[O singură idee, maximum 20 de cuvinte. Scurtează textul de pe diapozitivul 8, nu-l copia întreg.]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7F7F7F"/>
                </a:solidFill>
                <a:latin typeface="Calibri"/>
              </a:rPr>
              <a:t>[Pictogramă sau formă: Inserare → Pictograme. Șterge acest rând.]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Regula 2: [titlu de maximum 6 cuvinte]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[O singură idee, maximum 20 de cuvinte. Scurtează textul de pe diapozitivul 8, nu-l copia întreg.]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7F7F7F"/>
                </a:solidFill>
                <a:latin typeface="Calibri"/>
              </a:rPr>
              <a:t>[Pictogramă sau formă: Inserare → Pictograme. Șterge acest rând.]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Regula 3: [titlu de maximum 6 cuvinte]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[O singură idee, maximum 20 de cuvinte. Scurtează textul de pe diapozitivul 8, nu-l copia întreg.]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7F7F7F"/>
                </a:solidFill>
                <a:latin typeface="Calibri"/>
              </a:rPr>
              <a:t>[Pictogramă sau formă: Inserare → Pictograme. Șterge acest rând.]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Regula 4: [titlu de maximum 6 cuvinte]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[O singură idee, maximum 20 de cuvinte. Scurtează textul de pe diapozitivul 8, nu-l copia întreg.]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7F7F7F"/>
                </a:solidFill>
                <a:latin typeface="Calibri"/>
              </a:rPr>
              <a:t>[Pictogramă sau formă: Inserare → Pictograme. Șterge acest rând.]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Regula 5: [titlu de maximum 6 cuvinte]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[O singură idee, maximum 20 de cuvinte. Scurtează textul de pe diapozitivul 8, nu-l copia întreg.]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7F7F7F"/>
                </a:solidFill>
                <a:latin typeface="Calibri"/>
              </a:rPr>
              <a:t>[Pictogramă sau formă: Inserare → Pictograme. Șterge acest rând.]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B71C1C"/>
                </a:solidFill>
                <a:latin typeface="Calibri"/>
              </a:rPr>
              <a:t>MATERIALUL TĂU · ȘTERGE ACEST DIAPOZITIV ÎNAINTE SĂ TRIMIȚI FIȘIERUL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Tema: «Primul e-mail la serviciu: 5 reguli». Public: un coleg nou, în 3 minute.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Regula 1 – Subiectul: clar și scurt, spune despre ce e vorba. Nu «URGENT!!!» și nici «Salut».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Regula 2 – Corpul mesajului: formula de adresare, apoi contextul, ce dorești, până când.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Regula 3 – Încheierea: o formulă politicoasă și semnătura cu numele și funcția.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Regula 4 – Destinatarii: Cc pentru cei care doar trebuie să știe; Bcc pentru adrese ascunse; «Răspunde tuturor» doar dacă toți au nevoie de răspuns.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Regula 5 – Trei secunde înainte de «Trimitere»: ortografia, destinatarii, atașamentul chiar atașat.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