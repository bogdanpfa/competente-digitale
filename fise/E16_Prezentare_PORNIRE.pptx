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ro-RO">
                <a:latin typeface="Comic Sans MS"/>
              </a:rPr>
              <a:t>Prezentrae: Imprimanta comuna</a:t>
            </a:r>
          </a:p>
        </p:txBody>
      </p:sp>
      <p:sp>
        <p:nvSpPr>
          <p:cNvPr id="3" name="Subtitle 2"/>
          <p:cNvSpPr>
            <a:spLocks noGrp="1"/>
          </p:cNvSpPr>
          <p:nvPr>
            <p:ph type="subTitle" idx="1"/>
          </p:nvPr>
        </p:nvSpPr>
        <p:spPr/>
        <p:txBody>
          <a:bodyPr/>
          <a:lstStyle/>
          <a:p>
            <a:r>
              <a:rPr lang="ro-RO"/>
              <a:t>Biroul casei de bilete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ro-RO"/>
              <a:t>Reguli</a:t>
            </a:r>
          </a:p>
        </p:txBody>
      </p:sp>
      <p:sp>
        <p:nvSpPr>
          <p:cNvPr id="3" name="Content Placeholder 2"/>
          <p:cNvSpPr>
            <a:spLocks noGrp="1"/>
          </p:cNvSpPr>
          <p:nvPr>
            <p:ph idx="1"/>
          </p:nvPr>
        </p:nvSpPr>
        <p:spPr/>
        <p:txBody>
          <a:bodyPr/>
          <a:lstStyle/>
          <a:p>
            <a:r>
              <a:rPr sz="1800" lang="ro-RO">
                <a:latin typeface="Times New Roman"/>
              </a:rPr>
              <a:t>Imprimanta comuna se afla pe hol langa sala de sedinte si poate fi folosita de toti colegii din birou dar trebuie sa tinem cont de cateva reguli simple ca sa nu se blocheze si sa nu ramana fara toner exact cand avem nevoie de ea pentru documentele urgente iar daca vedeti ca s-a blocat hartia nu trageti de ea cu forta ci deschideti capacul din fata si urmati desenul de pe capac apoi anuntati colegul de la IT pe chat ca sa stie ce s-a intamplat si sa comande piese daca e cazul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000"/>
        </a:solidFill>
        <a:effectLst/>
      </p:bgPr>
    </p:bg>
    <p:spTree>
      <p:nvGrpSpPr>
        <p:cNvPr id="1" name=""/>
        <p:cNvGrpSpPr/>
        <p:nvPr/>
      </p:nvGrpSpPr>
      <p:grpSpPr/>
      <p:sp>
        <p:nvSpPr>
          <p:cNvPr id="2" name="TextBox 1"/>
          <p:cNvSpPr txBox="1"/>
          <p:nvPr/>
        </p:nvSpPr>
        <p:spPr>
          <a:xfrm>
            <a:off x="700000" y="2400000"/>
            <a:ext cx="7700000" cy="2000000"/>
          </a:xfrm>
          <a:prstGeom prst="rect">
            <a:avLst/>
          </a:prstGeom>
          <a:noFill/>
        </p:spPr>
        <p:txBody>
          <a:bodyPr wrap="none">
            <a:spAutoFit/>
          </a:bodyPr>
          <a:lstStyle/>
          <a:p>
            <a:r>
              <a:rPr sz="4000" lang="ro-RO">
                <a:solidFill>
                  <a:srgbClr val="FF0000"/>
                </a:solidFill>
                <a:latin typeface="Arial"/>
              </a:rPr>
              <a:t>Tipariti doar ce e necesar.</a:t>
            </a:r>
          </a:p>
          <a:p>
            <a:r>
              <a:rPr sz="4000" lang="ro-RO">
                <a:solidFill>
                  <a:srgbClr val="FF0000"/>
                </a:solidFill>
                <a:latin typeface="Arial"/>
              </a:rPr>
              <a:t>Folositi fata-verso.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ro-RO"/>
              <a:t>Toner</a:t>
            </a:r>
          </a:p>
        </p:txBody>
      </p:sp>
      <p:sp>
        <p:nvSpPr>
          <p:cNvPr id="3" name="Content Placeholder 2"/>
          <p:cNvSpPr>
            <a:spLocks noGrp="1"/>
          </p:cNvSpPr>
          <p:nvPr>
            <p:ph idx="1"/>
          </p:nvPr>
        </p:nvSpPr>
        <p:spPr/>
        <p:txBody>
          <a:bodyPr/>
          <a:lstStyle/>
          <a:p>
            <a:r>
              <a:rPr sz="1200" lang="ro-RO">
                <a:latin typeface="Arial"/>
              </a:rPr>
              <a:t>Cand tonerul e pe terminate apare un mesaj pe ecran</a:t>
            </a:r>
          </a:p>
          <a:p>
            <a:r>
              <a:rPr sz="1200" lang="ro-RO">
                <a:latin typeface="Arial"/>
              </a:rPr>
              <a:t>Anuntati IT-ul imediat</a:t>
            </a:r>
          </a:p>
          <a:p>
            <a:r>
              <a:rPr sz="1200" lang="ro-RO">
                <a:latin typeface="Arial"/>
              </a:rPr>
              <a:t>Nu scuturati cartusul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ro-RO"/>
              <a:t>Intrebari?</a:t>
            </a:r>
          </a:p>
        </p:txBody>
      </p:sp>
      <p:sp>
        <p:nvSpPr>
          <p:cNvPr id="3" name="Content Placeholder 2"/>
          <p:cNvSpPr>
            <a:spLocks noGrp="1"/>
          </p:cNvSpPr>
          <p:nvPr>
            <p:ph idx="1"/>
          </p:nvPr>
        </p:nvSpPr>
        <p:spPr/>
        <p:txBody>
          <a:bodyPr/>
          <a:lstStyle/>
          <a:p>
            <a:r>
              <a:rPr sz="2800" lang="ro-RO">
                <a:latin typeface="Arial"/>
              </a:rPr>
              <a:t>Scrieti-ne imediiat pe chat.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ro-RO"/>
              <a:t>Ce am reparat</a:t>
            </a:r>
          </a:p>
        </p:txBody>
      </p:sp>
      <p:graphicFrame>
        <p:nvGraphicFramePr>
          <p:cNvPr id="3" name="Table 2"/>
          <p:cNvGraphicFramePr>
            <a:graphicFrameLocks noGrp="1"/>
          </p:cNvGraphicFramePr>
          <p:nvPr/>
        </p:nvGraphicFramePr>
        <p:xfrm>
          <a:off x="450000" y="1500000"/>
          <a:ext cx="8250000" cy="4800000"/>
        </p:xfrm>
        <a:graphic>
          <a:graphicData uri="http://schemas.openxmlformats.org/drawingml/2006/table">
            <a:tbl>
              <a:tblPr firstRow="1" bandRow="1">
                <a:tableStyleId>{5C22544A-7EE6-4342-B048-85BDC9FD1C3A}</a:tableStyleId>
              </a:tblPr>
              <a:tblGrid>
                <a:gridCol w="2750000"/>
                <a:gridCol w="2750000"/>
                <a:gridCol w="2750000"/>
              </a:tblGrid>
              <a:tr h="600000">
                <a:tc>
                  <a:txBody>
                    <a:bodyPr/>
                    <a:lstStyle/>
                    <a:p>
                      <a:r>
                        <a:rPr sz="1600" lang="ro-RO"/>
                        <a:t>Diapozitivul</a:t>
                      </a:r>
                    </a:p>
                  </a:txBody>
                  <a:tcPr/>
                </a:tc>
                <a:tc>
                  <a:txBody>
                    <a:bodyPr/>
                    <a:lstStyle/>
                    <a:p>
                      <a:r>
                        <a:rPr sz="1600" lang="ro-RO"/>
                        <a:t>Problema</a:t>
                      </a:r>
                    </a:p>
                  </a:txBody>
                  <a:tcPr/>
                </a:tc>
                <a:tc>
                  <a:txBody>
                    <a:bodyPr/>
                    <a:lstStyle/>
                    <a:p>
                      <a:r>
                        <a:rPr sz="1600" lang="ro-RO"/>
                        <a:t>Cum am reparat</a:t>
                      </a:r>
                    </a:p>
                  </a:txBody>
                  <a:tcPr/>
                </a:tc>
              </a:tr>
              <a:tr h="600000">
                <a:tc>
                  <a:txBody>
                    <a:bodyPr/>
                    <a:lstStyle/>
                    <a:p/>
                  </a:txBody>
                  <a:tcPr/>
                </a:tc>
                <a:tc>
                  <a:txBody>
                    <a:bodyPr/>
                    <a:lstStyle/>
                    <a:p/>
                  </a:txBody>
                  <a:tcPr/>
                </a:tc>
                <a:tc>
                  <a:txBody>
                    <a:bodyPr/>
                    <a:lstStyle/>
                    <a:p/>
                  </a:txBody>
                  <a:tcPr/>
                </a:tc>
              </a:tr>
              <a:tr h="600000">
                <a:tc>
                  <a:txBody>
                    <a:bodyPr/>
                    <a:lstStyle/>
                    <a:p/>
                  </a:txBody>
                  <a:tcPr/>
                </a:tc>
                <a:tc>
                  <a:txBody>
                    <a:bodyPr/>
                    <a:lstStyle/>
                    <a:p/>
                  </a:txBody>
                  <a:tcPr/>
                </a:tc>
                <a:tc>
                  <a:txBody>
                    <a:bodyPr/>
                    <a:lstStyle/>
                    <a:p/>
                  </a:txBody>
                  <a:tcPr/>
                </a:tc>
              </a:tr>
              <a:tr h="600000">
                <a:tc>
                  <a:txBody>
                    <a:bodyPr/>
                    <a:lstStyle/>
                    <a:p/>
                  </a:txBody>
                  <a:tcPr/>
                </a:tc>
                <a:tc>
                  <a:txBody>
                    <a:bodyPr/>
                    <a:lstStyle/>
                    <a:p/>
                  </a:txBody>
                  <a:tcPr/>
                </a:tc>
                <a:tc>
                  <a:txBody>
                    <a:bodyPr/>
                    <a:lstStyle/>
                    <a:p/>
                  </a:txBody>
                  <a:tcPr/>
                </a:tc>
              </a:tr>
              <a:tr h="600000">
                <a:tc>
                  <a:txBody>
                    <a:bodyPr/>
                    <a:lstStyle/>
                    <a:p/>
                  </a:txBody>
                  <a:tcPr/>
                </a:tc>
                <a:tc>
                  <a:txBody>
                    <a:bodyPr/>
                    <a:lstStyle/>
                    <a:p/>
                  </a:txBody>
                  <a:tcPr/>
                </a:tc>
                <a:tc>
                  <a:txBody>
                    <a:bodyPr/>
                    <a:lstStyle/>
                    <a:p/>
                  </a:txBody>
                  <a:tcPr/>
                </a:tc>
              </a:tr>
              <a:tr h="600000">
                <a:tc>
                  <a:txBody>
                    <a:bodyPr/>
                    <a:lstStyle/>
                    <a:p/>
                  </a:txBody>
                  <a:tcPr/>
                </a:tc>
                <a:tc>
                  <a:txBody>
                    <a:bodyPr/>
                    <a:lstStyle/>
                    <a:p/>
                  </a:txBody>
                  <a:tcPr/>
                </a:tc>
                <a:tc>
                  <a:txBody>
                    <a:bodyPr/>
                    <a:lstStyle/>
                    <a:p/>
                  </a:txBody>
                  <a:tcPr/>
                </a:tc>
              </a:tr>
              <a:tr h="600000">
                <a:tc>
                  <a:txBody>
                    <a:bodyPr/>
                    <a:lstStyle/>
                    <a:p/>
                  </a:txBody>
                  <a:tcPr/>
                </a:tc>
                <a:tc>
                  <a:txBody>
                    <a:bodyPr/>
                    <a:lstStyle/>
                    <a:p/>
                  </a:txBody>
                  <a:tcPr/>
                </a:tc>
                <a:tc>
                  <a:txBody>
                    <a:bodyPr/>
                    <a:lstStyle/>
                    <a:p/>
                  </a:txBody>
                  <a:tcPr/>
                </a:tc>
              </a:tr>
              <a:tr h="600000">
                <a:tc>
                  <a:txBody>
                    <a:bodyPr/>
                    <a:lstStyle/>
                    <a:p/>
                  </a:txBody>
                  <a:tcPr/>
                </a:tc>
                <a:tc>
                  <a:txBody>
                    <a:bodyPr/>
                    <a:lstStyle/>
                    <a:p/>
                  </a:txBody>
                  <a:tcPr/>
                </a:tc>
                <a:tc>
                  <a:txBody>
                    <a:bodyPr/>
                    <a:lstStyle/>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