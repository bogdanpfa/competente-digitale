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PDF se deschide pe orice calculator și păstrează aspectul. O foaie scanată e doar o poză: nu se poate căuta în 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/>
              <a:t>O zi fără hârtie la birou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/>
              <a:t>Nume Prenume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De 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00000" cy="0"/>
          </a:xfrm>
        </p:spPr>
        <p:txBody>
          <a:bodyPr/>
          <a:lstStyle/>
          <a:p>
            <a:r>
              <a:rPr sz="2800" lang="ro-RO"/>
              <a:t>Mai puțină hârtie și toner</a:t>
            </a:r>
          </a:p>
          <a:p>
            <a:r>
              <a:rPr sz="2800" lang="ro-RO"/>
              <a:t>Documentele se găsesc mai repede</a:t>
            </a:r>
          </a:p>
          <a:p>
            <a:r>
              <a:rPr sz="2800" lang="ro-RO"/>
              <a:t>Mai puțin de arhivat</a:t>
            </a:r>
          </a:p>
        </p:txBody>
      </p:sp>
      <p:sp>
        <p:nvSpPr>
          <p:cNvPr id="4" name="Oval 3" descr="Pictogramă: o frunză verde (simbolul economiei de hârtie)"/>
          <p:cNvSpPr/>
          <p:nvPr/>
        </p:nvSpPr>
        <p:spPr>
          <a:xfrm>
            <a:off x="6600000" y="2400000"/>
            <a:ext cx="1800000" cy="18000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facem în loc de tipărit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00000" cy="0"/>
          </a:xfrm>
        </p:spPr>
        <p:txBody>
          <a:bodyPr/>
          <a:lstStyle/>
          <a:p>
            <a:r>
              <a:rPr sz="2800" lang="ro-RO"/>
              <a:t>Citim pe ecran și comentăm în document</a:t>
            </a:r>
          </a:p>
          <a:p>
            <a:r>
              <a:rPr sz="2800" lang="ro-RO"/>
              <a:t>Trimitem PDF, nu foi scanate</a:t>
            </a:r>
          </a:p>
          <a:p>
            <a:r>
              <a:rPr sz="2800" lang="ro-RO"/>
              <a:t>Păstrăm fișierele într-un singur loc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tipărim totuși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00000" cy="0"/>
          </a:xfrm>
        </p:spPr>
        <p:txBody>
          <a:bodyPr/>
          <a:lstStyle/>
          <a:p>
            <a:r>
              <a:rPr sz="2800" lang="ro-RO"/>
              <a:t>Ce cere procedura pe hârtie</a:t>
            </a:r>
          </a:p>
          <a:p>
            <a:r>
              <a:rPr sz="2800" lang="ro-RO"/>
              <a:t>Anunțurile pentru călători</a:t>
            </a:r>
          </a:p>
          <a:p>
            <a:r>
              <a:rPr sz="2800" lang="ro-RO"/>
              <a:t>Doar paginile necesare, față-verso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Încercăm o zi?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00000" cy="0"/>
          </a:xfrm>
        </p:spPr>
        <p:txBody>
          <a:bodyPr/>
          <a:lstStyle/>
          <a:p>
            <a:r>
              <a:rPr sz="2800" lang="ro-RO"/>
              <a:t>Alegem o zi pe săptămână</a:t>
            </a:r>
          </a:p>
          <a:p>
            <a:r>
              <a:rPr sz="2800" lang="ro-RO"/>
              <a:t>Numărăm foile economisite</a:t>
            </a:r>
          </a:p>
          <a:p>
            <a:r>
              <a:rPr sz="2800" lang="ro-RO"/>
              <a:t>Spunem ce a mers și ce 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